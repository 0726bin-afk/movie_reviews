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🎬 [프로젝트 기획서 v2.0]</a:t>
            </a:r>
          </a:p>
          <a:p>
            <a:r>
              <a:t>지능형 영화 큐레이션 도슨트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B0F0"/>
                </a:solidFill>
              </a:defRPr>
            </a:pPr>
            <a:r>
              <a:t>정보의 홍수에서 '통찰'을 건져내다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1. 프로젝트 기획 취지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리뷰의 파편화 해소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현재 영화 리뷰 데이터는 방대하지만, 사용자가 핵심을 파악하려면 수많은 텍스트를 직접 읽고 비교해야 하는 번거로움이 있습니다. 특히 상반된 평가가 공존하여 객관적인 판단을 방해하기도 합니다.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흩어진 지식의 통합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촬영지, 비하인드 스토리, OST 등의 TMI 정보는 커뮤니티와 블로그 등에 산재해 있어 접근성이 떨어집니다.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경험의 확장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'아는 만큼 보인다'는 말처럼, 핵심 키워드를 정리하고 숨겨진 정보를 연결해 사용자에게 전달함으로써 풍부한 '디지털 도슨트' 서비스를 지향합니다.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2. 핵심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하이브리드 데이터 전략: RAG와 전통적 DB 병행 운용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RAG (Semantic Layer): Gemini, Gemma를 활용해 문장의 의미와 뉘앙스 분석 ('위로가 필요한 상황' 등 추상적 질문 대응)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데이터베이스 (Storage &amp; Keyword Layer)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원문 보관: 리뷰 및 TMI 원문을 저장하여 답변의 신뢰도 확보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키워드 검색: 특정 배우, 감독, 촬영지 등 명확한 키워드 기반의 빠른 검색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3.1. 지능형 리뷰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핵심 키워드 연결: 연기, 연출, 서사, 고증 등 카테고리별 리뷰 분류 및 메타데이터 결합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장르별 가변 키워드 최적화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SF/사극: '고증', '세계관 구축' 키워드 강화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액션/공포: '타격감', '점프 스케어', '긴장감' 키워드 강화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논리적 호불호 분석: 상반된 리뷰(5점 vs 1점)를 대조하여 사용자 성향에 맞춘 판단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3.2. 영화 TMI 수집 및 도슨트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리뷰 기반 유무 확인: '노출', '베드신', '쿠키' 등 특정 키워드 추출로 민감/편의 정보 판단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LLM 기반 그라운딩 및 DB화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사용자 선호 카테고리(촬영지, 캐스팅 비화, 옥에 티 등) 설정</a:t>
            </a:r>
          </a:p>
          <a:p>
            <a:pPr lvl="1">
              <a:spcAft>
                <a:spcPts val="1000"/>
              </a:spcAft>
              <a:defRPr sz="1500">
                <a:solidFill>
                  <a:srgbClr val="E6E6E6"/>
                </a:solidFill>
              </a:defRPr>
            </a:pPr>
            <a:r>
              <a:t>SerpAPI 등을 통한 최신 정보 수집 및 구조화된 DB 저장</a:t>
            </a:r>
          </a:p>
          <a:p>
            <a:pPr>
              <a:spcAft>
                <a:spcPts val="1000"/>
              </a:spcAft>
              <a:defRPr sz="1800">
                <a:solidFill>
                  <a:srgbClr val="E6E6E6"/>
                </a:solidFill>
              </a:defRPr>
            </a:pPr>
            <a:r>
              <a:t>대화형 상담 세션: RAG, DB, 실시간 그라운딩을 거친 답변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