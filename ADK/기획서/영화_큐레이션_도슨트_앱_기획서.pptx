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🎬 [프로젝트 기획서 v2.0]</a:t>
            </a:r>
          </a:p>
          <a:p>
            <a:r>
              <a:t>지능형 영화 큐레이션 도슨트 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정보의 홍수에서 '통찰'을 건져내다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기획 취지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정보의 홍수에서 '통찰'을 건져내다</a:t>
            </a:r>
          </a:p>
          <a:p>
            <a:pPr/>
            <a:r>
              <a:t>• 리뷰의 파편화 해소: 현재 영화 리뷰 데이터는 방대하지만, 정작 사용자가 핵심을 파악하려면 수많은 텍스트를 직접 읽고 비교해야 하는 번거로움이 있습니다. 특히 동일한 영화에 대해서도 상반된 평가가 공존하여 객관적인 판단을 방해하기도 합니다.</a:t>
            </a:r>
          </a:p>
          <a:p>
            <a:pPr/>
            <a:r>
              <a:t>• 흩어진 지식의 통합: 영화 관람을 전후해 궁금해지는 촬영지, 비하인드 스토리, OST 등의 TMI 정보는 커뮤니티와 블로그 등에 산재해 있어 접근성이 떨어집니다.</a:t>
            </a:r>
          </a:p>
          <a:p>
            <a:pPr/>
            <a:r>
              <a:t>• 경험의 확장: '아는 만큼 보인다'는 말처럼, 영화의 핵심 키워드를 정리하고 숨겨진 정보를 연결해 사용자에게 전달함으로써 영화 감상 경험을 한 단계 더 풍부하게 만드는 '디지털 도슨트' 서비스를 지향합니다.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핵심 아키텍처: 하이브리드 데이터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효율적인 검색과 심층 분석을 위해 RAG와 전통적 데이터베이스(DB)를 병행 운용합니다.</a:t>
            </a:r>
          </a:p>
          <a:p>
            <a:r>
              <a:t>• RAG (Semantic Layer): LLM(Gemini, Gemma)을 활용해 문장의 의미와 뉘앙스를 분석하며, '위로가 필요한 상황' 같은 추상적인 질문에 대응합니다.</a:t>
            </a:r>
          </a:p>
          <a:p>
            <a:pPr/>
            <a:r>
              <a:t>• 데이터베이스 (Storage &amp; Keyword Layer):</a:t>
            </a:r>
          </a:p>
          <a:p>
            <a:pPr lvl="1"/>
            <a:r>
              <a:t>- 원문 보관: 리뷰 및 TMI 정보의 원문을 저장하여 답변의 신뢰도를 확보합니다.</a:t>
            </a:r>
          </a:p>
          <a:p>
            <a:pPr lvl="1"/>
            <a:r>
              <a:t>- 키워드 검색: 특정 배우, 감독, 촬영지 등 명확한 키워드 기반의 빠른 검색을 지원합니다.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3.1. 지능형 리뷰 분석 시스템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단순 평점을 넘어 영화의 본질을 꿰뚫는 분석을 제공합니다.</a:t>
            </a:r>
          </a:p>
          <a:p>
            <a:r>
              <a:t>• 핵심 키워드 연결: 연기, 연출, 서사, 고증 등 핵심 카테고리별로 리뷰를 분류하고 이를 메타데이터와 결합합니다.</a:t>
            </a:r>
          </a:p>
          <a:p>
            <a:r>
              <a:t>• 장르별 가변 키워드: 장르적 특성을 반영해 분석 지표를 최적화합니다.</a:t>
            </a:r>
          </a:p>
          <a:p>
            <a:pPr lvl="1"/>
            <a:r>
              <a:t>- SF/사극: '고증', '세계관 구축' 키워드 강화</a:t>
            </a:r>
          </a:p>
          <a:p>
            <a:pPr lvl="1"/>
            <a:r>
              <a:t>- 액션/공포: '타격감', '점프 스케어', '긴장감' 키워드 강화</a:t>
            </a:r>
          </a:p>
          <a:p>
            <a:pPr/>
            <a:r>
              <a:t>• 논리적 호불호 분석: 상반된 리뷰(예: 5점 vs 1점)를 대조하여, 사용자가 자신의 성향에 맞춰 판단할 수 있도록 돕습니다.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 영화 TMI 수집 및 도슨트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사용자가 궁금해할 만한 '디테일'을 선제적으로 제공합니다.</a:t>
            </a:r>
          </a:p>
          <a:p>
            <a:r>
              <a:t>• 리뷰 기반 유무 확인: 리뷰 텍스트에서 '노출', '베드신', '쿠키' 등 특정 키워드를 추출하여 민감 정보나 편의 정보의 존재 여부를 판단합니다.</a:t>
            </a:r>
          </a:p>
          <a:p>
            <a:r>
              <a:t>• LLM 기반 그라운딩 및 DB화:</a:t>
            </a:r>
          </a:p>
          <a:p>
            <a:pPr lvl="1"/>
            <a:r>
              <a:t>- 촬영지, 캐스팅 비화, 옥에 티, OST 등 사용자가 선호하는 카테고리를 설정합니다.</a:t>
            </a:r>
          </a:p>
          <a:p>
            <a:pPr lvl="1"/>
            <a:r>
              <a:t>- LLM이 SerpAPI 등을 통한 그라운딩으로 최신 정보를 수집하고 정제하여 DB에 구조화합니다.</a:t>
            </a:r>
          </a:p>
          <a:p>
            <a:pPr/>
            <a:r>
              <a:t>• 대화형 상담 세션: RAG와 DB, 추가 그라운딩을 거쳐 실시간 정보를 반영한 답변을 생성합니다.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